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54864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·  Railway  ·  Docker  ·  GitHub Actions  ·  VirtualBox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32918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2918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Technologie d'Abidjan (UTA) — Licence 3 —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multi-cloud et virtualisation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0698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463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— Todo List avec fonctionnalités avancées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21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21992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2199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331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72491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unique — déployée partout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21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21992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2199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331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72491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&amp; Railway — deux plateformes PaaS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83864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8386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5935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GitHub Actions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9867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CI/CD complète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83864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8386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5935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Virtuelles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867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— vm-render &amp; vm-railway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Architecture multi-cloud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la même application sur deux clouds distincts pour garantir disponibilité et résilience.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325880"/>
            <a:ext cx="219456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25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176272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762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219456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358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(Cloud)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035808"/>
            <a:ext cx="219456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0358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(Cloud)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035808"/>
            <a:ext cx="2194560" cy="640080"/>
          </a:xfrm>
          <a:prstGeom prst="rect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0358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VMs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977640"/>
            <a:ext cx="219456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65960"/>
            <a:ext cx="0" cy="210312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816352"/>
            <a:ext cx="0" cy="219456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816352"/>
            <a:ext cx="-2103120" cy="219456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816352"/>
            <a:ext cx="0" cy="219456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816352"/>
            <a:ext cx="1920240" cy="219456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675888"/>
            <a:ext cx="0" cy="30175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Flask — TaskFlow Todo 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tâches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80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supprimer, marquer comme terminé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0784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00784"/>
            <a:ext cx="54864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07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773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/ Moyenne / Basse avec codes couleur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87168"/>
            <a:ext cx="54864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8716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Travail, Étude, Réunion, Urgent, Autre...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73552"/>
            <a:ext cx="54864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7355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346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d'échéance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tâches en retard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59936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59936"/>
            <a:ext cx="54864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5993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Filtres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425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combinables par statut et catégorie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914400"/>
            <a:ext cx="347472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/health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132588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"ok",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"cloud": "Render",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"total": 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"done": 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"pending": 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"progress": 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3154680"/>
            <a:ext cx="3474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cloud dynamique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CLOUD_NAME est injectée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démarrage du conteneur.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cloud affiche son badge distinct.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avec Docker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image Docker — déployée identiquement sur tous les environnements.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CLOUD_NAME=local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["gunicorn", "--bind",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"0.0.0.0:5000", "app:app"]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61872"/>
            <a:ext cx="82296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618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59552" y="133502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koneabdoul/multicloud-todolist-app-todo-app:latest 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84832"/>
            <a:ext cx="82296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848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59552" y="215798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koneabdoul/multicloud-todolist-app-todo-app:latest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90779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07792"/>
            <a:ext cx="82296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0779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59552" y="298094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5000:5000 -e CLOUD_NAME=Render [image]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73075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730752"/>
            <a:ext cx="82296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30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59552" y="380390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— Render &amp; Railway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RENDER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3533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(PaaS)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02336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922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7922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31136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311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2311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koneabdoul/multicloud-todolist-app-todo-app:latest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402336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00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26700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EU Central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1089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02336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478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CLOUD_NAME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3547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867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3986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Hook (URL POST)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RAILWAY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35331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353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13533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(PaaS)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792224"/>
            <a:ext cx="406908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7922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79222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Hub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231136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2311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2311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multicloud-todo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670048"/>
            <a:ext cx="406908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6700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koneabdoul/multicloud-todolist-app-todo-app:latest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108960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108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CLOUD_NAME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31089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547872"/>
            <a:ext cx="4069080" cy="402336"/>
          </a:xfrm>
          <a:prstGeom prst="rect">
            <a:avLst/>
          </a:prstGeom>
          <a:solidFill>
            <a:srgbClr val="EDF5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5478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5478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Token (GitHub Secret)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98678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9867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0760" y="39867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up --detach --service multicloud-todo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GitHub 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push sur main déclenche automatiquement le pipeline complet.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97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Build &amp; Push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8366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du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Docker Hub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→ Docker 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1280160"/>
            <a:ext cx="2697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Deploy Render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01568" y="188366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75888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JOB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238658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75888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-X POST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88950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75888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RENDER_DEPLOY_HOOK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1568" y="339242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392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75888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redéploie 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08776" y="1280160"/>
            <a:ext cx="2697480" cy="411480"/>
          </a:xfrm>
          <a:prstGeom prst="rect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 — Deploy Railway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08776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45936" y="1883664"/>
            <a:ext cx="201168" cy="201168"/>
          </a:xfrm>
          <a:prstGeom prst="ellipse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20256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JOB 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45936" y="2386584"/>
            <a:ext cx="201168" cy="201168"/>
          </a:xfrm>
          <a:prstGeom prst="ellipse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20256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@railway/cli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45936" y="2889504"/>
            <a:ext cx="201168" cy="201168"/>
          </a:xfrm>
          <a:prstGeom prst="ellipse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2889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20256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up --detach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45936" y="3392424"/>
            <a:ext cx="201168" cy="201168"/>
          </a:xfrm>
          <a:prstGeom prst="ellipse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3392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20256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--service multicloud-todo 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17520" y="1481328"/>
            <a:ext cx="320040" cy="0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61888" y="1481328"/>
            <a:ext cx="320040" cy="0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02152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Secrets GitHub :  DOCKER_USERNAME  ·  DOCKER_PASSWORD  ·  RENDER_DEPLOY_HOOK  ·  RAILWAY_TOKEN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— VirtualBox &amp; Docker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914400"/>
            <a:ext cx="4572000" cy="502920"/>
          </a:xfrm>
          <a:prstGeom prst="rect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914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Windows (machine physique)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0" cy="155448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572768"/>
            <a:ext cx="4572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572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— Hyperviseur de type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0690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vm-render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Ubuntu Server 22.04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RAM : 2 GB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Réseau : Bridged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38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CLOUD_NAME = Render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40690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3886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taskflow-render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5000:5000 -e CLOUD_NAME=Render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[image]:latest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212848"/>
            <a:ext cx="4069080" cy="411480"/>
          </a:xfrm>
          <a:prstGeom prst="rect">
            <a:avLst/>
          </a:prstGeom>
          <a:solidFill>
            <a:srgbClr val="0F3D57"/>
          </a:solidFill>
          <a:ln w="12700">
            <a:solidFill>
              <a:srgbClr val="0F3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12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vm-railway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62432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Ubuntu Server 22.04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RAM : 2 GB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Réseau : Bridged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538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CLOUD_NAME = Railway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858768"/>
            <a:ext cx="40690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13632"/>
            <a:ext cx="3886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taskflow-railway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5000:5000 -e CLOUD_NAME=Railway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[image]:latest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075688"/>
            <a:ext cx="-731520" cy="137160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075688"/>
            <a:ext cx="731520" cy="137160"/>
          </a:xfrm>
          <a:prstGeom prst="line">
            <a:avLst/>
          </a:prstGeom>
          <a:noFill/>
          <a:ln w="19050">
            <a:solidFill>
              <a:srgbClr val="8FB8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Docker — Référence rapide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44168" y="9509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docker.io -y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44168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Docker sur Ubuntu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1440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79008" y="9509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docker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79008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 service Docker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1907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19072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719072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44168" y="1755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-aG docker $USER &amp;&amp; newgrp docker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44168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l'utilisateur au groupe docker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719072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19072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79008" y="1755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docker pull koneabdoul/multicloud-todolist-app-todo-app:latest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79008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l'image depuis Docker Hub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52374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23744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2374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Render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44168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5000:5000 -e CLOUD_NAME=Render [img]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44168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conteneur vm-render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52374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23744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2374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Railway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5000:5000 -e CLOUD_NAME=Railway [img]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79008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conteneur vm-railway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32841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28416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28416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44168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44168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conteneurs actifs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32841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328416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328416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79008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taskflow-render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79008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un conteneur arrêté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1330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133088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133088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344168" y="41696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taskflow-render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344168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logs en temps réel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41330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133088"/>
            <a:ext cx="9601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133088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79008" y="41696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 show | grep "inet 192"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779008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l'IP de la VM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54864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1945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70432"/>
            <a:ext cx="29260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170432"/>
            <a:ext cx="12801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170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170432"/>
            <a:ext cx="7315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1704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17904"/>
            <a:ext cx="21945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179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(Docker Compose)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517904"/>
            <a:ext cx="292608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517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517904"/>
            <a:ext cx="12801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517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517904"/>
            <a:ext cx="73152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5179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883664"/>
            <a:ext cx="21945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83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vm-render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1883664"/>
            <a:ext cx="29260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1883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http://[IP-VM]:5000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883664"/>
            <a:ext cx="12801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8836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883664"/>
            <a:ext cx="7315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8836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249424"/>
            <a:ext cx="21945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249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vm-railway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2249424"/>
            <a:ext cx="292608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2249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http://[IP-VM]:5000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2249424"/>
            <a:ext cx="12801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2249424"/>
            <a:ext cx="73152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2494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615184"/>
            <a:ext cx="21945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6151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(cloud)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06040" y="2615184"/>
            <a:ext cx="29260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2615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https://[app].onrender.com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2615184"/>
            <a:ext cx="12801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615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2615184"/>
            <a:ext cx="7315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6151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2980944"/>
            <a:ext cx="21945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9809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(cloud)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06040" y="2980944"/>
            <a:ext cx="292608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29809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https://[app].railway.app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2980944"/>
            <a:ext cx="128016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980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03720" y="2980944"/>
            <a:ext cx="73152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2980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 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Flask &amp; REST API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20624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&amp; Docker Hub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6576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Render &amp; Railway (PaaS)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20624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Actions CI/CD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65760" y="4434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VirtualBox &amp; VMs Ubuntu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206240" y="4434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multi-cloud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0" y="3566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029200" y="4133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 Abdoul — Licence 3 Informatique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Technologie d'Abidjan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7 — Application Multi-Cloud</dc:title>
  <dc:subject>PptxGenJS Presentation</dc:subject>
  <dc:creator>PptxGenJS</dc:creator>
  <cp:lastModifiedBy>PptxGenJS</cp:lastModifiedBy>
  <cp:revision>1</cp:revision>
  <dcterms:created xsi:type="dcterms:W3CDTF">2026-03-31T11:25:19Z</dcterms:created>
  <dcterms:modified xsi:type="dcterms:W3CDTF">2026-03-31T11:25:19Z</dcterms:modified>
</cp:coreProperties>
</file>